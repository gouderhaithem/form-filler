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8b7bafa4b149bd" /><Relationship Type="http://schemas.openxmlformats.org/officeDocument/2006/relationships/extended-properties" Target="/docProps/app.xml" Id="Rf77c8723d3ae4693" /><Relationship Type="http://schemas.openxmlformats.org/officeDocument/2006/relationships/officeDocument" Target="/ppt/presentation.xml" Id="Rd7025790389246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ee106f977f4aab"/>
  </p:sldMasterIdLst>
  <p:notesMasterIdLst>
    <p:notesMasterId xmlns:r="http://schemas.openxmlformats.org/officeDocument/2006/relationships" r:id="R9cf35742900b454c"/>
  </p:notesMasterIdLst>
  <p:sldIdLst>
    <p:sldId xmlns:r="http://schemas.openxmlformats.org/officeDocument/2006/relationships" id="256" r:id="R2362c62384b64fc6"/>
    <p:sldId xmlns:r="http://schemas.openxmlformats.org/officeDocument/2006/relationships" id="257" r:id="R78cc88fafd6e46dd"/>
    <p:sldId xmlns:r="http://schemas.openxmlformats.org/officeDocument/2006/relationships" id="258" r:id="Reeea09a768654613"/>
    <p:sldId xmlns:r="http://schemas.openxmlformats.org/officeDocument/2006/relationships" id="259" r:id="R26df9cd9f2f34545"/>
    <p:sldId xmlns:r="http://schemas.openxmlformats.org/officeDocument/2006/relationships" id="260" r:id="Ra44682ca42de486b"/>
    <p:sldId xmlns:r="http://schemas.openxmlformats.org/officeDocument/2006/relationships" id="261" r:id="R17976b60b4b047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b0dae43cf54b8a" /><Relationship Type="http://schemas.openxmlformats.org/officeDocument/2006/relationships/slideMaster" Target="/ppt/slideMasters/slideMaster1.xml" Id="R00ee106f977f4aab" /><Relationship Type="http://schemas.openxmlformats.org/officeDocument/2006/relationships/notesMaster" Target="/ppt/notesMasters/notesMaster1.xml" Id="R9cf35742900b454c" /><Relationship Type="http://schemas.openxmlformats.org/officeDocument/2006/relationships/presProps" Target="/ppt/presProps.xml" Id="R0c0d4ef0b1434736" /><Relationship Type="http://schemas.openxmlformats.org/officeDocument/2006/relationships/tableStyles" Target="/ppt/tableStyles.xml" Id="Rd4267c67685945cf" /><Relationship Type="http://schemas.openxmlformats.org/officeDocument/2006/relationships/slide" Target="/ppt/slides/slide1.xml" Id="R2362c62384b64fc6" /><Relationship Type="http://schemas.openxmlformats.org/officeDocument/2006/relationships/slide" Target="/ppt/slides/slide2.xml" Id="R78cc88fafd6e46dd" /><Relationship Type="http://schemas.openxmlformats.org/officeDocument/2006/relationships/slide" Target="/ppt/slides/slide3.xml" Id="Reeea09a768654613" /><Relationship Type="http://schemas.openxmlformats.org/officeDocument/2006/relationships/slide" Target="/ppt/slides/slide4.xml" Id="R26df9cd9f2f34545" /><Relationship Type="http://schemas.openxmlformats.org/officeDocument/2006/relationships/slide" Target="/ppt/slides/slide5.xml" Id="Ra44682ca42de486b" /><Relationship Type="http://schemas.openxmlformats.org/officeDocument/2006/relationships/slide" Target="/ppt/slides/slide6.xml" Id="R17976b60b4b047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3ca057c67447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8fcbffbd194c4a" /><Relationship Type="http://schemas.openxmlformats.org/officeDocument/2006/relationships/notesMaster" Target="/ppt/notesMasters/notesMaster1.xml" Id="R347c835218d244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a50c6b519c4288" /><Relationship Type="http://schemas.openxmlformats.org/officeDocument/2006/relationships/notesMaster" Target="/ppt/notesMasters/notesMaster1.xml" Id="R180d8f69a15d44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e188feb5b042e9" /><Relationship Type="http://schemas.openxmlformats.org/officeDocument/2006/relationships/notesMaster" Target="/ppt/notesMasters/notesMaster1.xml" Id="R164e791e5dbf4d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9ad74a897645f2" /><Relationship Type="http://schemas.openxmlformats.org/officeDocument/2006/relationships/notesMaster" Target="/ppt/notesMasters/notesMaster1.xml" Id="Reb1e9040e93d40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a96213cbf04722" /><Relationship Type="http://schemas.openxmlformats.org/officeDocument/2006/relationships/notesMaster" Target="/ppt/notesMasters/notesMaster1.xml" Id="R565183a81daf4f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0204de62924d56" /><Relationship Type="http://schemas.openxmlformats.org/officeDocument/2006/relationships/notesMaster" Target="/ppt/notesMasters/notesMaster1.xml" Id="Rd518d28df66545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overview for Formly 0.7.0. Sources: public/manifest.json, src/background.ts, README.md. Artwork: project icon, provenance in docs/brand/README.md.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screenshot shows the first-install interactive preview, not a toolbar screenshot. Actual toolbar behavior is implemented in src/background.ts and tested in tests/ui.spec.ts. Finite pools can repeat and single-choice controls cannot change.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src/data.ts defines 42 categories and en/fr/ar locales. src/engine.ts matches labels across languages. Screenshot: local development preview with synthetic data. Region-specific address and phone data is not guaranteed by language choice.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src/gemini.ts, src/background.ts, src/GeminiPanel.tsx. Default cache duration is 5 minutes. Optional website access enables automatic preparation. Requests use the user’s Google project quota and billing settings. Formly does not send entered field values, page URLs, or whole-page 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src/storage.ts, src/gemini.ts, src/engine.ts, public/manifest.json. Gemini field metadata can contain website-specific information in labels or placeholders. File uploads, hidden, disabled and read-only controls are also skipped. Frames and shadow DOM are not supported.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package.json, public/manifest.json, README.md. Open chrome://extensions or edge://extensions and use Load unpacked. Node.js 22 is the configured CI runtime. The repository does not require a Gemini key for local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23bb1bdb5a47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7797e0c29549cf" /><Relationship Type="http://schemas.openxmlformats.org/officeDocument/2006/relationships/slideLayout" Target="/ppt/slideLayouts/slideLayout1.xml" Id="R244a9b5d0d4b40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4a9b5d0d4b40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7bd29b9994d1c" /><Relationship Type="http://schemas.openxmlformats.org/officeDocument/2006/relationships/image" Target="/ppt/media/image.png" Id="Rbe209a9b0d0a409c" /><Relationship Type="http://schemas.openxmlformats.org/officeDocument/2006/relationships/notesSlide" Target="/ppt/notesSlides/notesSlide1.xml" Id="R3726d66ac92344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6b4b6f0954527" /><Relationship Type="http://schemas.openxmlformats.org/officeDocument/2006/relationships/image" Target="/ppt/media/image2.png" Id="Rbd8658675f994a50" /><Relationship Type="http://schemas.openxmlformats.org/officeDocument/2006/relationships/notesSlide" Target="/ppt/notesSlides/notesSlide2.xml" Id="R051de6e8b50d4e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56b5275f24282" /><Relationship Type="http://schemas.openxmlformats.org/officeDocument/2006/relationships/image" Target="/ppt/media/image3.png" Id="R43eebbfac4d24bc5" /><Relationship Type="http://schemas.openxmlformats.org/officeDocument/2006/relationships/notesSlide" Target="/ppt/notesSlides/notesSlide3.xml" Id="R5eb4778ea14945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f98a95d30464d" /><Relationship Type="http://schemas.openxmlformats.org/officeDocument/2006/relationships/notesSlide" Target="/ppt/notesSlides/notesSlide4.xml" Id="R6ae2ffb688d84f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4d45079424158" /><Relationship Type="http://schemas.openxmlformats.org/officeDocument/2006/relationships/notesSlide" Target="/ppt/notesSlides/notesSlide5.xml" Id="Rdc4f8196bb904e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e746688194dc6" /><Relationship Type="http://schemas.openxmlformats.org/officeDocument/2006/relationships/notesSlide" Target="/ppt/notesSlides/notesSlide6.xml" Id="R69621d78efec4a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7EA8A-044C-4695-8467-B5359A9B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7048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23312F"/>
                </a:solidFill>
                <a:latin typeface="DejaVu Sans"/>
                <a:ea typeface="DejaVu Sans"/>
                <a:cs typeface="DejaVu Sans"/>
              </a:defRPr>
            </a:pPr>
            <a:r>
              <a:rPr sz="7200" b="1">
                <a:solidFill>
                  <a:srgbClr val="23312F"/>
                </a:solidFill>
                <a:latin typeface="DejaVu Sans"/>
                <a:ea typeface="DejaVu Sans"/>
                <a:cs typeface="DejaVu Sans"/>
              </a:rPr>
              <a:t>Formly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5F3FA-F129-4589-9A24-20E96A2D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771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5370CE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5370CE"/>
                </a:solidFill>
                <a:latin typeface="DejaVu Sans"/>
                <a:ea typeface="DejaVu Sans"/>
                <a:cs typeface="DejaVu Sans"/>
              </a:rPr>
              <a:t>Less typing. More testing.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1BC64-F100-417A-A87A-09538658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3312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3312F"/>
                </a:solidFill>
                <a:latin typeface="DejaVu Sans"/>
                <a:ea typeface="DejaVu Sans"/>
                <a:cs typeface="DejaVu Sans"/>
              </a:rPr>
              <a:t>One-click test data for website forms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0CAF9-AAA7-4933-9C9C-8F67D9C1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2716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62716F"/>
                </a:solidFill>
                <a:latin typeface="DejaVu Sans"/>
                <a:ea typeface="DejaVu Sans"/>
                <a:cs typeface="DejaVu Sans"/>
              </a:rPr>
              <a:t>Chrome &amp; Edge extension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209a9b0d0a409c"/>
          <a:stretch xmlns:a="http://schemas.openxmlformats.org/drawingml/2006/main"/>
        </p:blipFill>
        <p:spPr>
          <a:xfrm xmlns:a="http://schemas.openxmlformats.org/drawingml/2006/main">
            <a:off x="8877300" y="2228850"/>
            <a:ext cx="2000250" cy="200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6092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A1EE5-0D77-4037-A7BF-78C94ABD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3312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23312F"/>
                </a:solidFill>
                <a:latin typeface="DejaVu Sans"/>
                <a:ea typeface="DejaVu Sans"/>
                <a:cs typeface="DejaVu Sans"/>
              </a:rPr>
              <a:t>One click fills the 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10F99B-A99D-4318-9C79-4189394C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370CE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5370CE"/>
                </a:solidFill>
                <a:latin typeface="DejaVu Sans"/>
                <a:ea typeface="DejaVu Sans"/>
                <a:cs typeface="DejaVu Sans"/>
              </a:rPr>
              <a:t>Open a 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6CCE1-99A9-4C27-8D68-C09BF2C5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38576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12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3312F"/>
                </a:solidFill>
                <a:latin typeface="DejaVu Sans"/>
                <a:ea typeface="DejaVu Sans"/>
                <a:cs typeface="DejaVu Sans"/>
              </a:rPr>
              <a:t>Click the toolbar icon to insert fictional values into eligible fields.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2FF20-1B18-46F6-9251-EE94A3F3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3857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12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3312F"/>
                </a:solidFill>
                <a:latin typeface="DejaVu Sans"/>
                <a:ea typeface="DejaVu Sans"/>
                <a:cs typeface="DejaVu Sans"/>
              </a:rPr>
              <a:t>Click again for fresh values.</a:t>
            </a:r>
          </a:p>
          <a:p xmlns:a="http://schemas.openxmlformats.org/drawingml/2006/main">
            <a:pPr>
              <a:defRPr sz="2100" b="0">
                <a:solidFill>
                  <a:srgbClr val="23312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3312F"/>
                </a:solidFill>
                <a:latin typeface="DejaVu Sans"/>
                <a:ea typeface="DejaVu Sans"/>
                <a:cs typeface="DejaVu Sans"/>
              </a:rPr>
              <a:t>Submit when you are ready.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8658675f994a50"/>
          <a:stretch xmlns:a="http://schemas.openxmlformats.org/drawingml/2006/main"/>
        </p:blipFill>
        <p:spPr>
          <a:xfrm xmlns:a="http://schemas.openxmlformats.org/drawingml/2006/main">
            <a:off x="4908614" y="1524000"/>
            <a:ext cx="6756272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399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45B62-F04D-49C7-86BE-009A7371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3312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23312F"/>
                </a:solidFill>
                <a:latin typeface="DejaVu Sans"/>
                <a:ea typeface="DejaVu Sans"/>
                <a:cs typeface="DejaVu Sans"/>
              </a:rPr>
              <a:t>42 field categories, 3 languages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C35AD-CFDF-4F6A-865E-CA3E1A0C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4429125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3312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3312F"/>
                </a:solidFill>
                <a:latin typeface="DejaVu Sans"/>
                <a:ea typeface="DejaVu Sans"/>
                <a:cs typeface="DejaVu Sans"/>
              </a:rPr>
              <a:t>Names and matching emails</a:t>
            </a:r>
          </a:p>
          <a:p xmlns:a="http://schemas.openxmlformats.org/drawingml/2006/main">
            <a:pPr>
              <a:defRPr sz="2175" b="0">
                <a:solidFill>
                  <a:srgbClr val="23312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3312F"/>
                </a:solidFill>
                <a:latin typeface="DejaVu Sans"/>
                <a:ea typeface="DejaVu Sans"/>
                <a:cs typeface="DejaVu Sans"/>
              </a:rPr>
              <a:t>Addresses and work details</a:t>
            </a:r>
          </a:p>
          <a:p xmlns:a="http://schemas.openxmlformats.org/drawingml/2006/main">
            <a:pPr>
              <a:defRPr sz="2175" b="0">
                <a:solidFill>
                  <a:srgbClr val="23312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3312F"/>
                </a:solidFill>
                <a:latin typeface="DejaVu Sans"/>
                <a:ea typeface="DejaVu Sans"/>
                <a:cs typeface="DejaVu Sans"/>
              </a:rPr>
              <a:t>Numbers, dates and readable 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BF2C6-1BA3-422C-A564-0A14B8D0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370CE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5370CE"/>
                </a:solidFill>
                <a:latin typeface="DejaVu Sans"/>
                <a:ea typeface="DejaVu Sans"/>
                <a:cs typeface="DejaVu Sans"/>
              </a:rPr>
              <a:t>English, French and Arabic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FB1C2-735E-4438-83C3-DC1CA113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4429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716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62716F"/>
                </a:solidFill>
                <a:latin typeface="DejaVu Sans"/>
                <a:ea typeface="DejaVu Sans"/>
                <a:cs typeface="DejaVu Sans"/>
              </a:rPr>
              <a:t>Custom values and field exclusions adapt the generator to your forms.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eebbfac4d24bc5"/>
          <a:stretch xmlns:a="http://schemas.openxmlformats.org/drawingml/2006/main"/>
        </p:blipFill>
        <p:spPr>
          <a:xfrm xmlns:a="http://schemas.openxmlformats.org/drawingml/2006/main">
            <a:off x="5248275" y="1526381"/>
            <a:ext cx="6381750" cy="47863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5184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8B982-A635-411F-BF4B-95BE7A79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3312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23312F"/>
                </a:solidFill>
                <a:latin typeface="DejaVu Sans"/>
                <a:ea typeface="DejaVu Sans"/>
                <a:cs typeface="DejaVu Sans"/>
              </a:rPr>
              <a:t>Optional Gemini suggestions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DFB16-D59C-4CE9-AF75-785231D4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666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370CE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5370CE"/>
                </a:solidFill>
                <a:latin typeface="DejaVu Sans"/>
                <a:ea typeface="DejaVu Sans"/>
                <a:cs typeface="DejaVu Sans"/>
              </a:rPr>
              <a:t>Page load prepares suggestions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1E460-1292-4046-8660-36BA32F9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57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3312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3312F"/>
                </a:solidFill>
                <a:latin typeface="DejaVu Sans"/>
                <a:ea typeface="DejaVu Sans"/>
                <a:cs typeface="DejaVu Sans"/>
              </a:rPr>
              <a:t>Unknown field metadata goes to Gemini using your own key.</a:t>
            </a:r>
          </a:p>
          <a:p xmlns:a="http://schemas.openxmlformats.org/drawingml/2006/main">
            <a:pPr>
              <a:defRPr sz="2175" b="0">
                <a:solidFill>
                  <a:srgbClr val="23312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3312F"/>
                </a:solidFill>
                <a:latin typeface="DejaVu Sans"/>
                <a:ea typeface="DejaVu Sans"/>
                <a:cs typeface="DejaVu Sans"/>
              </a:rPr>
              <a:t>Toolbar clicks consume the prepared values.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C12CD-5140-49B7-B3FF-B88FEFD4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57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3312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23312F"/>
                </a:solidFill>
                <a:latin typeface="DejaVu Sans"/>
                <a:ea typeface="DejaVu Sans"/>
                <a:cs typeface="DejaVu Sans"/>
              </a:rPr>
              <a:t>1–60 minutes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2502A-F3CC-489E-891F-4ABDF876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16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2716F"/>
                </a:solidFill>
                <a:latin typeface="DejaVu Sans"/>
                <a:ea typeface="DejaVu Sans"/>
                <a:cs typeface="DejaVu Sans"/>
              </a:rPr>
              <a:t>Configurable cache duration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B6183-7ED3-4033-82B5-EF1BD2E2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14825"/>
            <a:ext cx="4905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3312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3312F"/>
                </a:solidFill>
                <a:latin typeface="DejaVu Sans"/>
                <a:ea typeface="DejaVu Sans"/>
                <a:cs typeface="DejaVu Sans"/>
              </a:rPr>
              <a:t>Local fallback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0C4C0-35DD-4553-8CDF-4D1CE936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21970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16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2716F"/>
                </a:solidFill>
                <a:latin typeface="DejaVu Sans"/>
                <a:ea typeface="DejaVu Sans"/>
                <a:cs typeface="DejaVu Sans"/>
              </a:rPr>
              <a:t>When suggestions are unavailable</a:t>
            </a:r>
          </a:p>
        </p:txBody>
      </p:sp>
    </p:spTree>
    <p:extLst>
      <p:ext uri="{BB962C8B-B14F-4D97-AF65-F5344CB8AC3E}">
        <p14:creationId xmlns:p14="http://schemas.microsoft.com/office/powerpoint/2010/main" val="929812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331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EE08F-EF8F-4721-9258-8C00963F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7F8F3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7F8F3"/>
                </a:solidFill>
                <a:latin typeface="DejaVu Sans"/>
                <a:ea typeface="DejaVu Sans"/>
                <a:cs typeface="DejaVu Sans"/>
              </a:rPr>
              <a:t>Data handling and form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96DC0-258C-40E8-83E3-E1DDDE47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CE8D7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DCE8D7"/>
                </a:solidFill>
                <a:latin typeface="DejaVu Sans"/>
                <a:ea typeface="DejaVu Sans"/>
                <a:cs typeface="DejaVu Sans"/>
              </a:rPr>
              <a:t>Local by default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0EB78-C02D-45DA-8EA6-D775DA35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4572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7F8F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7F8F3"/>
                </a:solidFill>
                <a:latin typeface="DejaVu Sans"/>
                <a:ea typeface="DejaVu Sans"/>
                <a:cs typeface="DejaVu Sans"/>
              </a:rPr>
              <a:t>Settings and rules stay in local extension storage. The local generator needs no account.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43E16-AA30-4103-BE69-ABCAD1A7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4629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CE8D7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DCE8D7"/>
                </a:solidFill>
                <a:latin typeface="DejaVu Sans"/>
                <a:ea typeface="DejaVu Sans"/>
                <a:cs typeface="DejaVu Sans"/>
              </a:rPr>
              <a:t>Gemini sends field metadata.</a:t>
            </a:r>
          </a:p>
          <a:p xmlns:a="http://schemas.openxmlformats.org/drawingml/2006/main">
            <a:pPr>
              <a:defRPr sz="1950" b="0">
                <a:solidFill>
                  <a:srgbClr val="DCE8D7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DCE8D7"/>
                </a:solidFill>
                <a:latin typeface="DejaVu Sans"/>
                <a:ea typeface="DejaVu Sans"/>
                <a:cs typeface="DejaVu Sans"/>
              </a:rPr>
              <a:t>Its saved API key is not encrypted.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8A949-33C6-4155-AE07-7055283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90500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CE8D7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DCE8D7"/>
                </a:solidFill>
                <a:latin typeface="DejaVu Sans"/>
                <a:ea typeface="DejaVu Sans"/>
                <a:cs typeface="DejaVu Sans"/>
              </a:rPr>
              <a:t>Manual submission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FE52F0-FA44-4BD6-9211-99049FD2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771775"/>
            <a:ext cx="47148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7F8F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7F8F3"/>
                </a:solidFill>
                <a:latin typeface="DejaVu Sans"/>
                <a:ea typeface="DejaVu Sans"/>
                <a:cs typeface="DejaVu Sans"/>
              </a:rPr>
              <a:t>Formly never submits a form. It skips detected consent, payment and one-time-code fields.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DAE1C8-BF9F-4017-9C65-F6E52B42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781550"/>
            <a:ext cx="4619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CE8D7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DCE8D7"/>
                </a:solidFill>
                <a:latin typeface="DejaVu Sans"/>
                <a:ea typeface="DejaVu Sans"/>
                <a:cs typeface="DejaVu Sans"/>
              </a:rPr>
              <a:t>Top-level native controls only.</a:t>
            </a:r>
          </a:p>
          <a:p xmlns:a="http://schemas.openxmlformats.org/drawingml/2006/main">
            <a:pPr>
              <a:defRPr sz="1950" b="0">
                <a:solidFill>
                  <a:srgbClr val="DCE8D7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DCE8D7"/>
                </a:solidFill>
                <a:latin typeface="DejaVu Sans"/>
                <a:ea typeface="DejaVu Sans"/>
                <a:cs typeface="DejaVu Sans"/>
              </a:rPr>
              <a:t>Custom widgets need adapters.</a:t>
            </a:r>
          </a:p>
        </p:txBody>
      </p:sp>
    </p:spTree>
    <p:extLst>
      <p:ext uri="{BB962C8B-B14F-4D97-AF65-F5344CB8AC3E}">
        <p14:creationId xmlns:p14="http://schemas.microsoft.com/office/powerpoint/2010/main" val="1489614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2921F4-A990-4AA7-91B4-60515982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3312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23312F"/>
                </a:solidFill>
                <a:latin typeface="DejaVu Sans"/>
                <a:ea typeface="DejaVu Sans"/>
                <a:cs typeface="DejaVu Sans"/>
              </a:rPr>
              <a:t>Install from 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57105-37A7-40D7-A39A-8E9FBE6E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857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370CE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5370CE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A5F44-9F7E-4657-B79F-ADFE50A5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907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3312F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23312F"/>
                </a:solidFill>
                <a:latin typeface="DejaVu Sans"/>
                <a:ea typeface="DejaVu Sans"/>
                <a:cs typeface="DejaVu Sans"/>
              </a:rPr>
              <a:t>Clone the repository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A1A82-3FC4-4F66-BDFD-5F26E2E1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28875"/>
            <a:ext cx="9525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16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2716F"/>
                </a:solidFill>
                <a:latin typeface="DejaVu Sans"/>
                <a:ea typeface="DejaVu Sans"/>
                <a:cs typeface="DejaVu Sans"/>
              </a:rPr>
              <a:t>github.com/gouderhaithem/form-filler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57044-7B07-4EB9-B44F-FDFD3952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857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370CE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5370CE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4CBE1-C1A1-4903-8DE9-F052989A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337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3312F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23312F"/>
                </a:solidFill>
                <a:latin typeface="DejaVu Sans"/>
                <a:ea typeface="DejaVu Sans"/>
                <a:cs typeface="DejaVu Sans"/>
              </a:rPr>
              <a:t>Run npm ci, then npm run build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28A192-CA8E-4B5C-92A0-DDA16BBE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990975"/>
            <a:ext cx="952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16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2716F"/>
                </a:solidFill>
                <a:latin typeface="DejaVu Sans"/>
                <a:ea typeface="DejaVu Sans"/>
                <a:cs typeface="DejaVu Sans"/>
              </a:rPr>
              <a:t>Use Node.js 22 and npm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48919-E6AB-48C0-8C58-82444515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857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370CE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5370CE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CA421-6BE9-45F6-9D67-ABCE55CF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810125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3312F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23312F"/>
                </a:solidFill>
                <a:latin typeface="DejaVu Sans"/>
                <a:ea typeface="DejaVu Sans"/>
                <a:cs typeface="DejaVu Sans"/>
              </a:rPr>
              <a:t>Load dist/ in Developer mode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F888FA-9AEF-4029-A718-93A016F4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76875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16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2716F"/>
                </a:solidFill>
                <a:latin typeface="DejaVu Sans"/>
                <a:ea typeface="DejaVu Sans"/>
                <a:cs typeface="DejaVu Sans"/>
              </a:rPr>
              <a:t>Pin Formly, open a form, and click the toolbar icon</a:t>
            </a:r>
          </a:p>
        </p:txBody>
      </p:sp>
    </p:spTree>
    <p:extLst>
      <p:ext uri="{BB962C8B-B14F-4D97-AF65-F5344CB8AC3E}">
        <p14:creationId xmlns:p14="http://schemas.microsoft.com/office/powerpoint/2010/main" val="18116930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2026-09-12T13:03:36.8580000Z</dcterms:created>
  <dcterms:modified xsi:type="dcterms:W3CDTF">2026-09-12T13:03:36.8580000Z</dcterms:modified>
</coreProperties>
</file>